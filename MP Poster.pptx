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70" r:id="rId2"/>
  </p:sldIdLst>
  <p:sldSz cx="22631400" cy="32042100"/>
  <p:notesSz cx="7010400" cy="9296400"/>
  <p:defaultTextStyle>
    <a:defPPr>
      <a:defRPr lang="en-GB"/>
    </a:defPPr>
    <a:lvl1pPr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92">
          <p15:clr>
            <a:srgbClr val="A4A3A4"/>
          </p15:clr>
        </p15:guide>
        <p15:guide id="2" pos="71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FF66"/>
    <a:srgbClr val="FFCC66"/>
    <a:srgbClr val="FFCC99"/>
    <a:srgbClr val="FFCC00"/>
    <a:srgbClr val="FF9900"/>
    <a:srgbClr val="FFCCCC"/>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22" d="100"/>
          <a:sy n="22" d="100"/>
        </p:scale>
        <p:origin x="2280" y="82"/>
      </p:cViewPr>
      <p:guideLst>
        <p:guide orient="horz" pos="10092"/>
        <p:guide pos="7128"/>
      </p:guideLst>
    </p:cSldViewPr>
  </p:slideViewPr>
  <p:outlineViewPr>
    <p:cViewPr>
      <p:scale>
        <a:sx n="25" d="100"/>
        <a:sy n="25"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a:defRPr sz="1200"/>
            </a:lvl1pPr>
          </a:lstStyle>
          <a:p>
            <a:pPr>
              <a:defRPr/>
            </a:pPr>
            <a:fld id="{D94423D9-1AF9-4200-858B-5BE75FB9708D}" type="datetimeFigureOut">
              <a:rPr lang="en-US"/>
              <a:pPr>
                <a:defRPr/>
              </a:pPr>
              <a:t>12/1/2025</a:t>
            </a:fld>
            <a:endParaRPr lang="en-US"/>
          </a:p>
        </p:txBody>
      </p:sp>
      <p:sp>
        <p:nvSpPr>
          <p:cNvPr id="4" name="Slide Image Placeholder 3"/>
          <p:cNvSpPr>
            <a:spLocks noGrp="1" noRot="1" noChangeAspect="1"/>
          </p:cNvSpPr>
          <p:nvPr>
            <p:ph type="sldImg" idx="2"/>
          </p:nvPr>
        </p:nvSpPr>
        <p:spPr>
          <a:xfrm>
            <a:off x="2273300" y="696913"/>
            <a:ext cx="24638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4027687C-270B-4A2D-999E-AF5ACA0034BB}" type="slidenum">
              <a:rPr lang="en-US"/>
              <a:pPr/>
              <a:t>‹#›</a:t>
            </a:fld>
            <a:endParaRPr lang="en-US"/>
          </a:p>
        </p:txBody>
      </p:sp>
    </p:spTree>
    <p:extLst>
      <p:ext uri="{BB962C8B-B14F-4D97-AF65-F5344CB8AC3E}">
        <p14:creationId xmlns:p14="http://schemas.microsoft.com/office/powerpoint/2010/main" val="22645238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2E1E326F-BBD2-4E65-BF97-A7A1295B7D7F}" type="slidenum">
              <a:rPr lang="en-US" sz="1200"/>
              <a:pPr eaLnBrk="1" hangingPunct="1"/>
              <a:t>1</a:t>
            </a:fld>
            <a:endParaRPr lang="en-US" sz="1200"/>
          </a:p>
        </p:txBody>
      </p:sp>
    </p:spTree>
    <p:extLst>
      <p:ext uri="{BB962C8B-B14F-4D97-AF65-F5344CB8AC3E}">
        <p14:creationId xmlns:p14="http://schemas.microsoft.com/office/powerpoint/2010/main" val="960540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97038" y="9953625"/>
            <a:ext cx="19237325" cy="6869113"/>
          </a:xfrm>
        </p:spPr>
        <p:txBody>
          <a:bodyPr/>
          <a:lstStyle/>
          <a:p>
            <a:r>
              <a:rPr lang="pt-PT"/>
              <a:t>Click to edit Master title style</a:t>
            </a:r>
            <a:endParaRPr lang="en-US"/>
          </a:p>
        </p:txBody>
      </p:sp>
      <p:sp>
        <p:nvSpPr>
          <p:cNvPr id="3" name="Subtitle 2"/>
          <p:cNvSpPr>
            <a:spLocks noGrp="1"/>
          </p:cNvSpPr>
          <p:nvPr>
            <p:ph type="subTitle" idx="1"/>
          </p:nvPr>
        </p:nvSpPr>
        <p:spPr>
          <a:xfrm>
            <a:off x="3394075" y="18157825"/>
            <a:ext cx="15843250" cy="818832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PT"/>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4F8AAB89-53F4-4A9A-AF0C-1CFCDCD7B27B}" type="slidenum">
              <a:rPr lang="en-GB"/>
              <a:pPr/>
              <a:t>‹#›</a:t>
            </a:fld>
            <a:endParaRPr lang="en-GB"/>
          </a:p>
        </p:txBody>
      </p:sp>
    </p:spTree>
    <p:extLst>
      <p:ext uri="{BB962C8B-B14F-4D97-AF65-F5344CB8AC3E}">
        <p14:creationId xmlns:p14="http://schemas.microsoft.com/office/powerpoint/2010/main" val="1010048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endParaRPr lang="en-US"/>
          </a:p>
        </p:txBody>
      </p:sp>
      <p:sp>
        <p:nvSpPr>
          <p:cNvPr id="3" name="Content Placeholder 2"/>
          <p:cNvSpPr>
            <a:spLocks noGrp="1"/>
          </p:cNvSpPr>
          <p:nvPr>
            <p:ph idx="1"/>
          </p:nvPr>
        </p:nvSpPr>
        <p:spPr/>
        <p:txBody>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99978DE0-6715-4EAE-9344-44BE4A051270}" type="slidenum">
              <a:rPr lang="en-GB"/>
              <a:pPr/>
              <a:t>‹#›</a:t>
            </a:fld>
            <a:endParaRPr lang="en-GB"/>
          </a:p>
        </p:txBody>
      </p:sp>
    </p:spTree>
    <p:extLst>
      <p:ext uri="{BB962C8B-B14F-4D97-AF65-F5344CB8AC3E}">
        <p14:creationId xmlns:p14="http://schemas.microsoft.com/office/powerpoint/2010/main" val="4253725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87525" y="20589875"/>
            <a:ext cx="19237325" cy="6364288"/>
          </a:xfrm>
        </p:spPr>
        <p:txBody>
          <a:bodyPr anchor="t"/>
          <a:lstStyle>
            <a:lvl1pPr algn="l">
              <a:defRPr sz="4000" b="1" cap="all"/>
            </a:lvl1pPr>
          </a:lstStyle>
          <a:p>
            <a:r>
              <a:rPr lang="pt-PT"/>
              <a:t>Click to edit Master title style</a:t>
            </a:r>
            <a:endParaRPr lang="en-US"/>
          </a:p>
        </p:txBody>
      </p:sp>
      <p:sp>
        <p:nvSpPr>
          <p:cNvPr id="3" name="Text Placeholder 2"/>
          <p:cNvSpPr>
            <a:spLocks noGrp="1"/>
          </p:cNvSpPr>
          <p:nvPr>
            <p:ph type="body" idx="1"/>
          </p:nvPr>
        </p:nvSpPr>
        <p:spPr>
          <a:xfrm>
            <a:off x="1787525" y="13581063"/>
            <a:ext cx="19237325" cy="700881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PT"/>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F393D34A-F514-44E8-A974-34AD0985BFAD}" type="slidenum">
              <a:rPr lang="en-GB"/>
              <a:pPr/>
              <a:t>‹#›</a:t>
            </a:fld>
            <a:endParaRPr lang="en-GB"/>
          </a:p>
        </p:txBody>
      </p:sp>
    </p:spTree>
    <p:extLst>
      <p:ext uri="{BB962C8B-B14F-4D97-AF65-F5344CB8AC3E}">
        <p14:creationId xmlns:p14="http://schemas.microsoft.com/office/powerpoint/2010/main" val="4106986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endParaRPr lang="en-US"/>
          </a:p>
        </p:txBody>
      </p:sp>
      <p:sp>
        <p:nvSpPr>
          <p:cNvPr id="3" name="Content Placeholder 2"/>
          <p:cNvSpPr>
            <a:spLocks noGrp="1"/>
          </p:cNvSpPr>
          <p:nvPr>
            <p:ph sz="half" idx="1"/>
          </p:nvPr>
        </p:nvSpPr>
        <p:spPr>
          <a:xfrm>
            <a:off x="1697038" y="9256713"/>
            <a:ext cx="9542462" cy="19224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4" name="Content Placeholder 3"/>
          <p:cNvSpPr>
            <a:spLocks noGrp="1"/>
          </p:cNvSpPr>
          <p:nvPr>
            <p:ph sz="half" idx="2"/>
          </p:nvPr>
        </p:nvSpPr>
        <p:spPr>
          <a:xfrm>
            <a:off x="11391900" y="9256713"/>
            <a:ext cx="9542463" cy="19224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21553565-4000-4798-9A04-1232882AEC66}" type="slidenum">
              <a:rPr lang="en-GB"/>
              <a:pPr/>
              <a:t>‹#›</a:t>
            </a:fld>
            <a:endParaRPr lang="en-GB"/>
          </a:p>
        </p:txBody>
      </p:sp>
    </p:spTree>
    <p:extLst>
      <p:ext uri="{BB962C8B-B14F-4D97-AF65-F5344CB8AC3E}">
        <p14:creationId xmlns:p14="http://schemas.microsoft.com/office/powerpoint/2010/main" val="3898473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1888" y="1282700"/>
            <a:ext cx="20367625" cy="5340350"/>
          </a:xfrm>
        </p:spPr>
        <p:txBody>
          <a:bodyPr/>
          <a:lstStyle>
            <a:lvl1pPr>
              <a:defRPr/>
            </a:lvl1pPr>
          </a:lstStyle>
          <a:p>
            <a:r>
              <a:rPr lang="pt-PT"/>
              <a:t>Click to edit Master title style</a:t>
            </a:r>
            <a:endParaRPr lang="en-US"/>
          </a:p>
        </p:txBody>
      </p:sp>
      <p:sp>
        <p:nvSpPr>
          <p:cNvPr id="3" name="Text Placeholder 2"/>
          <p:cNvSpPr>
            <a:spLocks noGrp="1"/>
          </p:cNvSpPr>
          <p:nvPr>
            <p:ph type="body" idx="1"/>
          </p:nvPr>
        </p:nvSpPr>
        <p:spPr>
          <a:xfrm>
            <a:off x="1131888" y="7172325"/>
            <a:ext cx="9999662" cy="29892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4" name="Content Placeholder 3"/>
          <p:cNvSpPr>
            <a:spLocks noGrp="1"/>
          </p:cNvSpPr>
          <p:nvPr>
            <p:ph sz="half" idx="2"/>
          </p:nvPr>
        </p:nvSpPr>
        <p:spPr>
          <a:xfrm>
            <a:off x="1131888" y="10161588"/>
            <a:ext cx="9999662" cy="184610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5" name="Text Placeholder 4"/>
          <p:cNvSpPr>
            <a:spLocks noGrp="1"/>
          </p:cNvSpPr>
          <p:nvPr>
            <p:ph type="body" sz="quarter" idx="3"/>
          </p:nvPr>
        </p:nvSpPr>
        <p:spPr>
          <a:xfrm>
            <a:off x="11496675" y="7172325"/>
            <a:ext cx="10002838" cy="29892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6" name="Content Placeholder 5"/>
          <p:cNvSpPr>
            <a:spLocks noGrp="1"/>
          </p:cNvSpPr>
          <p:nvPr>
            <p:ph sz="quarter" idx="4"/>
          </p:nvPr>
        </p:nvSpPr>
        <p:spPr>
          <a:xfrm>
            <a:off x="11496675" y="10161588"/>
            <a:ext cx="10002838" cy="184610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D5D75835-CE6B-44C8-85A5-14F71959C16F}" type="slidenum">
              <a:rPr lang="en-GB"/>
              <a:pPr/>
              <a:t>‹#›</a:t>
            </a:fld>
            <a:endParaRPr lang="en-GB"/>
          </a:p>
        </p:txBody>
      </p:sp>
    </p:spTree>
    <p:extLst>
      <p:ext uri="{BB962C8B-B14F-4D97-AF65-F5344CB8AC3E}">
        <p14:creationId xmlns:p14="http://schemas.microsoft.com/office/powerpoint/2010/main" val="3009702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3117CFBD-2860-4888-A205-7596FBC3FCB6}" type="slidenum">
              <a:rPr lang="en-GB"/>
              <a:pPr/>
              <a:t>‹#›</a:t>
            </a:fld>
            <a:endParaRPr lang="en-GB"/>
          </a:p>
        </p:txBody>
      </p:sp>
    </p:spTree>
    <p:extLst>
      <p:ext uri="{BB962C8B-B14F-4D97-AF65-F5344CB8AC3E}">
        <p14:creationId xmlns:p14="http://schemas.microsoft.com/office/powerpoint/2010/main" val="427519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fld id="{9FBB4E52-B0C8-43CE-8813-B5BE80BFCC20}" type="slidenum">
              <a:rPr lang="en-GB"/>
              <a:pPr/>
              <a:t>‹#›</a:t>
            </a:fld>
            <a:endParaRPr lang="en-GB"/>
          </a:p>
        </p:txBody>
      </p:sp>
    </p:spTree>
    <p:extLst>
      <p:ext uri="{BB962C8B-B14F-4D97-AF65-F5344CB8AC3E}">
        <p14:creationId xmlns:p14="http://schemas.microsoft.com/office/powerpoint/2010/main" val="53160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1888" y="1276350"/>
            <a:ext cx="7445375" cy="5429250"/>
          </a:xfrm>
        </p:spPr>
        <p:txBody>
          <a:bodyPr anchor="b"/>
          <a:lstStyle>
            <a:lvl1pPr algn="l">
              <a:defRPr sz="2000" b="1"/>
            </a:lvl1pPr>
          </a:lstStyle>
          <a:p>
            <a:r>
              <a:rPr lang="pt-PT"/>
              <a:t>Click to edit Master title style</a:t>
            </a:r>
            <a:endParaRPr lang="en-US"/>
          </a:p>
        </p:txBody>
      </p:sp>
      <p:sp>
        <p:nvSpPr>
          <p:cNvPr id="3" name="Content Placeholder 2"/>
          <p:cNvSpPr>
            <a:spLocks noGrp="1"/>
          </p:cNvSpPr>
          <p:nvPr>
            <p:ph idx="1"/>
          </p:nvPr>
        </p:nvSpPr>
        <p:spPr>
          <a:xfrm>
            <a:off x="8848725" y="1276350"/>
            <a:ext cx="12650788" cy="273462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4" name="Text Placeholder 3"/>
          <p:cNvSpPr>
            <a:spLocks noGrp="1"/>
          </p:cNvSpPr>
          <p:nvPr>
            <p:ph type="body" sz="half" idx="2"/>
          </p:nvPr>
        </p:nvSpPr>
        <p:spPr>
          <a:xfrm>
            <a:off x="1131888" y="6705600"/>
            <a:ext cx="7445375" cy="21917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62E559A9-77B3-4691-9B3B-5B14D56B1BBE}" type="slidenum">
              <a:rPr lang="en-GB"/>
              <a:pPr/>
              <a:t>‹#›</a:t>
            </a:fld>
            <a:endParaRPr lang="en-GB"/>
          </a:p>
        </p:txBody>
      </p:sp>
    </p:spTree>
    <p:extLst>
      <p:ext uri="{BB962C8B-B14F-4D97-AF65-F5344CB8AC3E}">
        <p14:creationId xmlns:p14="http://schemas.microsoft.com/office/powerpoint/2010/main" val="541192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35475" y="22429788"/>
            <a:ext cx="13579475" cy="2647950"/>
          </a:xfrm>
        </p:spPr>
        <p:txBody>
          <a:bodyPr anchor="b"/>
          <a:lstStyle>
            <a:lvl1pPr algn="l">
              <a:defRPr sz="2000" b="1"/>
            </a:lvl1pPr>
          </a:lstStyle>
          <a:p>
            <a:r>
              <a:rPr lang="pt-PT"/>
              <a:t>Click to edit Master title style</a:t>
            </a:r>
            <a:endParaRPr lang="en-US"/>
          </a:p>
        </p:txBody>
      </p:sp>
      <p:sp>
        <p:nvSpPr>
          <p:cNvPr id="3" name="Picture Placeholder 2"/>
          <p:cNvSpPr>
            <a:spLocks noGrp="1"/>
          </p:cNvSpPr>
          <p:nvPr>
            <p:ph type="pic" idx="1"/>
          </p:nvPr>
        </p:nvSpPr>
        <p:spPr>
          <a:xfrm>
            <a:off x="4435475" y="2862263"/>
            <a:ext cx="13579475" cy="192262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4435475" y="25077738"/>
            <a:ext cx="13579475" cy="37607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C0B47B93-BD76-4EA9-BEEF-6F171ED5552F}" type="slidenum">
              <a:rPr lang="en-GB"/>
              <a:pPr/>
              <a:t>‹#›</a:t>
            </a:fld>
            <a:endParaRPr lang="en-GB"/>
          </a:p>
        </p:txBody>
      </p:sp>
    </p:spTree>
    <p:extLst>
      <p:ext uri="{BB962C8B-B14F-4D97-AF65-F5344CB8AC3E}">
        <p14:creationId xmlns:p14="http://schemas.microsoft.com/office/powerpoint/2010/main" val="1623781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42C0E813-9609-4D8D-9B91-C51F9259AD4F}" type="slidenum">
              <a:rPr lang="en-GB"/>
              <a:pPr/>
              <a:t>‹#›</a:t>
            </a:fld>
            <a:endParaRPr lang="en-GB"/>
          </a:p>
        </p:txBody>
      </p:sp>
    </p:spTree>
    <p:extLst>
      <p:ext uri="{BB962C8B-B14F-4D97-AF65-F5344CB8AC3E}">
        <p14:creationId xmlns:p14="http://schemas.microsoft.com/office/powerpoint/2010/main" val="1451813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125825" y="2847975"/>
            <a:ext cx="4808538" cy="25633363"/>
          </a:xfrm>
        </p:spPr>
        <p:txBody>
          <a:bodyPr vert="eaVert"/>
          <a:lstStyle/>
          <a:p>
            <a:r>
              <a:rPr lang="pt-PT"/>
              <a:t>Click to edit Master title style</a:t>
            </a:r>
            <a:endParaRPr lang="en-US"/>
          </a:p>
        </p:txBody>
      </p:sp>
      <p:sp>
        <p:nvSpPr>
          <p:cNvPr id="3" name="Vertical Text Placeholder 2"/>
          <p:cNvSpPr>
            <a:spLocks noGrp="1"/>
          </p:cNvSpPr>
          <p:nvPr>
            <p:ph type="body" orient="vert" idx="1"/>
          </p:nvPr>
        </p:nvSpPr>
        <p:spPr>
          <a:xfrm>
            <a:off x="1697038" y="2847975"/>
            <a:ext cx="14276387" cy="25633363"/>
          </a:xfrm>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295D9C6C-5277-40D2-89BF-8C1496B21F41}" type="slidenum">
              <a:rPr lang="en-GB"/>
              <a:pPr/>
              <a:t>‹#›</a:t>
            </a:fld>
            <a:endParaRPr lang="en-GB"/>
          </a:p>
        </p:txBody>
      </p:sp>
    </p:spTree>
    <p:extLst>
      <p:ext uri="{BB962C8B-B14F-4D97-AF65-F5344CB8AC3E}">
        <p14:creationId xmlns:p14="http://schemas.microsoft.com/office/powerpoint/2010/main" val="2933706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97038" y="2847975"/>
            <a:ext cx="19237325" cy="534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312414" tIns="156207" rIns="312414" bIns="156207"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1697038" y="9256713"/>
            <a:ext cx="19237325" cy="1922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312414" tIns="156207" rIns="312414" bIns="156207"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4"/>
          <p:cNvSpPr>
            <a:spLocks noGrp="1" noChangeArrowheads="1"/>
          </p:cNvSpPr>
          <p:nvPr>
            <p:ph type="dt" sz="half" idx="2"/>
          </p:nvPr>
        </p:nvSpPr>
        <p:spPr bwMode="auto">
          <a:xfrm>
            <a:off x="1697038" y="29194125"/>
            <a:ext cx="4714875" cy="213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312414" tIns="156207" rIns="312414" bIns="156207" numCol="1" anchor="t" anchorCtr="0" compatLnSpc="1">
            <a:prstTxWarp prst="textNoShape">
              <a:avLst/>
            </a:prstTxWarp>
          </a:bodyPr>
          <a:lstStyle>
            <a:lvl1pPr defTabSz="3124200">
              <a:defRPr sz="4800">
                <a:latin typeface="Times New Roman" charset="0"/>
                <a:ea typeface="ＭＳ Ｐゴシック" charset="0"/>
                <a:cs typeface="+mn-cs"/>
              </a:defRPr>
            </a:lvl1pPr>
          </a:lstStyle>
          <a:p>
            <a:pPr>
              <a:defRPr/>
            </a:pPr>
            <a:endParaRPr lang="en-GB"/>
          </a:p>
        </p:txBody>
      </p:sp>
      <p:sp>
        <p:nvSpPr>
          <p:cNvPr id="1029" name="Rectangle 5"/>
          <p:cNvSpPr>
            <a:spLocks noGrp="1" noChangeArrowheads="1"/>
          </p:cNvSpPr>
          <p:nvPr>
            <p:ph type="ftr" sz="quarter" idx="3"/>
          </p:nvPr>
        </p:nvSpPr>
        <p:spPr bwMode="auto">
          <a:xfrm>
            <a:off x="7732713" y="29194125"/>
            <a:ext cx="7165975" cy="213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312414" tIns="156207" rIns="312414" bIns="156207" numCol="1" anchor="t" anchorCtr="0" compatLnSpc="1">
            <a:prstTxWarp prst="textNoShape">
              <a:avLst/>
            </a:prstTxWarp>
          </a:bodyPr>
          <a:lstStyle>
            <a:lvl1pPr algn="ctr" defTabSz="3124200">
              <a:defRPr sz="4800">
                <a:latin typeface="Times New Roman" charset="0"/>
                <a:ea typeface="ＭＳ Ｐゴシック" charset="0"/>
                <a:cs typeface="+mn-cs"/>
              </a:defRPr>
            </a:lvl1pPr>
          </a:lstStyle>
          <a:p>
            <a:pPr>
              <a:defRPr/>
            </a:pPr>
            <a:endParaRPr lang="en-GB"/>
          </a:p>
        </p:txBody>
      </p:sp>
      <p:sp>
        <p:nvSpPr>
          <p:cNvPr id="1030" name="Rectangle 6"/>
          <p:cNvSpPr>
            <a:spLocks noGrp="1" noChangeArrowheads="1"/>
          </p:cNvSpPr>
          <p:nvPr>
            <p:ph type="sldNum" sz="quarter" idx="4"/>
          </p:nvPr>
        </p:nvSpPr>
        <p:spPr bwMode="auto">
          <a:xfrm>
            <a:off x="16219488" y="29194125"/>
            <a:ext cx="4714875" cy="213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312414" tIns="156207" rIns="312414" bIns="156207" numCol="1" anchor="t" anchorCtr="0" compatLnSpc="1">
            <a:prstTxWarp prst="textNoShape">
              <a:avLst/>
            </a:prstTxWarp>
          </a:bodyPr>
          <a:lstStyle>
            <a:lvl1pPr algn="r" defTabSz="3124200">
              <a:defRPr sz="4800"/>
            </a:lvl1pPr>
          </a:lstStyle>
          <a:p>
            <a:fld id="{A10ED804-502F-4824-972C-976D5A4F16C4}"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124200" rtl="0" eaLnBrk="0" fontAlgn="base" hangingPunct="0">
        <a:spcBef>
          <a:spcPct val="0"/>
        </a:spcBef>
        <a:spcAft>
          <a:spcPct val="0"/>
        </a:spcAft>
        <a:defRPr sz="15000">
          <a:solidFill>
            <a:schemeClr val="tx2"/>
          </a:solidFill>
          <a:latin typeface="+mj-lt"/>
          <a:ea typeface="MS PGothic" pitchFamily="34" charset="-128"/>
          <a:cs typeface="ＭＳ Ｐゴシック" charset="0"/>
        </a:defRPr>
      </a:lvl1pPr>
      <a:lvl2pPr algn="ctr" defTabSz="3124200" rtl="0" eaLnBrk="0" fontAlgn="base" hangingPunct="0">
        <a:spcBef>
          <a:spcPct val="0"/>
        </a:spcBef>
        <a:spcAft>
          <a:spcPct val="0"/>
        </a:spcAft>
        <a:defRPr sz="15000">
          <a:solidFill>
            <a:schemeClr val="tx2"/>
          </a:solidFill>
          <a:latin typeface="Times New Roman" charset="0"/>
          <a:ea typeface="MS PGothic" pitchFamily="34" charset="-128"/>
          <a:cs typeface="ＭＳ Ｐゴシック" charset="0"/>
        </a:defRPr>
      </a:lvl2pPr>
      <a:lvl3pPr algn="ctr" defTabSz="3124200" rtl="0" eaLnBrk="0" fontAlgn="base" hangingPunct="0">
        <a:spcBef>
          <a:spcPct val="0"/>
        </a:spcBef>
        <a:spcAft>
          <a:spcPct val="0"/>
        </a:spcAft>
        <a:defRPr sz="15000">
          <a:solidFill>
            <a:schemeClr val="tx2"/>
          </a:solidFill>
          <a:latin typeface="Times New Roman" charset="0"/>
          <a:ea typeface="MS PGothic" pitchFamily="34" charset="-128"/>
          <a:cs typeface="ＭＳ Ｐゴシック" charset="0"/>
        </a:defRPr>
      </a:lvl3pPr>
      <a:lvl4pPr algn="ctr" defTabSz="3124200" rtl="0" eaLnBrk="0" fontAlgn="base" hangingPunct="0">
        <a:spcBef>
          <a:spcPct val="0"/>
        </a:spcBef>
        <a:spcAft>
          <a:spcPct val="0"/>
        </a:spcAft>
        <a:defRPr sz="15000">
          <a:solidFill>
            <a:schemeClr val="tx2"/>
          </a:solidFill>
          <a:latin typeface="Times New Roman" charset="0"/>
          <a:ea typeface="MS PGothic" pitchFamily="34" charset="-128"/>
          <a:cs typeface="ＭＳ Ｐゴシック" charset="0"/>
        </a:defRPr>
      </a:lvl4pPr>
      <a:lvl5pPr algn="ctr" defTabSz="3124200" rtl="0" eaLnBrk="0" fontAlgn="base" hangingPunct="0">
        <a:spcBef>
          <a:spcPct val="0"/>
        </a:spcBef>
        <a:spcAft>
          <a:spcPct val="0"/>
        </a:spcAft>
        <a:defRPr sz="15000">
          <a:solidFill>
            <a:schemeClr val="tx2"/>
          </a:solidFill>
          <a:latin typeface="Times New Roman" charset="0"/>
          <a:ea typeface="MS PGothic" pitchFamily="34" charset="-128"/>
          <a:cs typeface="ＭＳ Ｐゴシック" charset="0"/>
        </a:defRPr>
      </a:lvl5pPr>
      <a:lvl6pPr marL="457200" algn="ctr" defTabSz="3124200" rtl="0" fontAlgn="base">
        <a:spcBef>
          <a:spcPct val="0"/>
        </a:spcBef>
        <a:spcAft>
          <a:spcPct val="0"/>
        </a:spcAft>
        <a:defRPr sz="15000">
          <a:solidFill>
            <a:schemeClr val="tx2"/>
          </a:solidFill>
          <a:latin typeface="Times New Roman" charset="0"/>
          <a:ea typeface="ＭＳ Ｐゴシック" charset="0"/>
        </a:defRPr>
      </a:lvl6pPr>
      <a:lvl7pPr marL="914400" algn="ctr" defTabSz="3124200" rtl="0" fontAlgn="base">
        <a:spcBef>
          <a:spcPct val="0"/>
        </a:spcBef>
        <a:spcAft>
          <a:spcPct val="0"/>
        </a:spcAft>
        <a:defRPr sz="15000">
          <a:solidFill>
            <a:schemeClr val="tx2"/>
          </a:solidFill>
          <a:latin typeface="Times New Roman" charset="0"/>
          <a:ea typeface="ＭＳ Ｐゴシック" charset="0"/>
        </a:defRPr>
      </a:lvl7pPr>
      <a:lvl8pPr marL="1371600" algn="ctr" defTabSz="3124200" rtl="0" fontAlgn="base">
        <a:spcBef>
          <a:spcPct val="0"/>
        </a:spcBef>
        <a:spcAft>
          <a:spcPct val="0"/>
        </a:spcAft>
        <a:defRPr sz="15000">
          <a:solidFill>
            <a:schemeClr val="tx2"/>
          </a:solidFill>
          <a:latin typeface="Times New Roman" charset="0"/>
          <a:ea typeface="ＭＳ Ｐゴシック" charset="0"/>
        </a:defRPr>
      </a:lvl8pPr>
      <a:lvl9pPr marL="1828800" algn="ctr" defTabSz="3124200" rtl="0" fontAlgn="base">
        <a:spcBef>
          <a:spcPct val="0"/>
        </a:spcBef>
        <a:spcAft>
          <a:spcPct val="0"/>
        </a:spcAft>
        <a:defRPr sz="15000">
          <a:solidFill>
            <a:schemeClr val="tx2"/>
          </a:solidFill>
          <a:latin typeface="Times New Roman" charset="0"/>
          <a:ea typeface="ＭＳ Ｐゴシック" charset="0"/>
        </a:defRPr>
      </a:lvl9pPr>
    </p:titleStyle>
    <p:bodyStyle>
      <a:lvl1pPr marL="1171575" indent="-1171575" algn="l" defTabSz="3124200" rtl="0" eaLnBrk="0" fontAlgn="base" hangingPunct="0">
        <a:spcBef>
          <a:spcPct val="20000"/>
        </a:spcBef>
        <a:spcAft>
          <a:spcPct val="0"/>
        </a:spcAft>
        <a:buChar char="•"/>
        <a:defRPr sz="10900">
          <a:solidFill>
            <a:schemeClr val="tx1"/>
          </a:solidFill>
          <a:latin typeface="+mn-lt"/>
          <a:ea typeface="MS PGothic" pitchFamily="34" charset="-128"/>
          <a:cs typeface="ＭＳ Ｐゴシック" charset="0"/>
        </a:defRPr>
      </a:lvl1pPr>
      <a:lvl2pPr marL="2538413" indent="-976313" algn="l" defTabSz="3124200" rtl="0" eaLnBrk="0" fontAlgn="base" hangingPunct="0">
        <a:spcBef>
          <a:spcPct val="20000"/>
        </a:spcBef>
        <a:spcAft>
          <a:spcPct val="0"/>
        </a:spcAft>
        <a:buChar char="–"/>
        <a:defRPr sz="9600">
          <a:solidFill>
            <a:schemeClr val="tx1"/>
          </a:solidFill>
          <a:latin typeface="+mn-lt"/>
          <a:ea typeface="MS PGothic" pitchFamily="34" charset="-128"/>
        </a:defRPr>
      </a:lvl2pPr>
      <a:lvl3pPr marL="3905250" indent="-781050" algn="l" defTabSz="3124200" rtl="0" eaLnBrk="0" fontAlgn="base" hangingPunct="0">
        <a:spcBef>
          <a:spcPct val="20000"/>
        </a:spcBef>
        <a:spcAft>
          <a:spcPct val="0"/>
        </a:spcAft>
        <a:buChar char="•"/>
        <a:defRPr sz="8200">
          <a:solidFill>
            <a:schemeClr val="tx1"/>
          </a:solidFill>
          <a:latin typeface="+mn-lt"/>
          <a:ea typeface="MS PGothic" pitchFamily="34" charset="-128"/>
        </a:defRPr>
      </a:lvl3pPr>
      <a:lvl4pPr marL="5467350" indent="-781050" algn="l" defTabSz="3124200" rtl="0" eaLnBrk="0" fontAlgn="base" hangingPunct="0">
        <a:spcBef>
          <a:spcPct val="20000"/>
        </a:spcBef>
        <a:spcAft>
          <a:spcPct val="0"/>
        </a:spcAft>
        <a:buChar char="–"/>
        <a:defRPr sz="6800">
          <a:solidFill>
            <a:schemeClr val="tx1"/>
          </a:solidFill>
          <a:latin typeface="+mn-lt"/>
          <a:ea typeface="MS PGothic" pitchFamily="34" charset="-128"/>
        </a:defRPr>
      </a:lvl4pPr>
      <a:lvl5pPr marL="7029450" indent="-781050" algn="l" defTabSz="3124200" rtl="0" eaLnBrk="0" fontAlgn="base" hangingPunct="0">
        <a:spcBef>
          <a:spcPct val="20000"/>
        </a:spcBef>
        <a:spcAft>
          <a:spcPct val="0"/>
        </a:spcAft>
        <a:buChar char="»"/>
        <a:defRPr sz="6800">
          <a:solidFill>
            <a:schemeClr val="tx1"/>
          </a:solidFill>
          <a:latin typeface="+mn-lt"/>
          <a:ea typeface="MS PGothic" pitchFamily="34" charset="-128"/>
        </a:defRPr>
      </a:lvl5pPr>
      <a:lvl6pPr marL="7486650" indent="-781050" algn="l" defTabSz="3124200" rtl="0" fontAlgn="base">
        <a:spcBef>
          <a:spcPct val="20000"/>
        </a:spcBef>
        <a:spcAft>
          <a:spcPct val="0"/>
        </a:spcAft>
        <a:buChar char="»"/>
        <a:defRPr sz="6800">
          <a:solidFill>
            <a:schemeClr val="tx1"/>
          </a:solidFill>
          <a:latin typeface="+mn-lt"/>
          <a:ea typeface="+mn-ea"/>
        </a:defRPr>
      </a:lvl6pPr>
      <a:lvl7pPr marL="7943850" indent="-781050" algn="l" defTabSz="3124200" rtl="0" fontAlgn="base">
        <a:spcBef>
          <a:spcPct val="20000"/>
        </a:spcBef>
        <a:spcAft>
          <a:spcPct val="0"/>
        </a:spcAft>
        <a:buChar char="»"/>
        <a:defRPr sz="6800">
          <a:solidFill>
            <a:schemeClr val="tx1"/>
          </a:solidFill>
          <a:latin typeface="+mn-lt"/>
          <a:ea typeface="+mn-ea"/>
        </a:defRPr>
      </a:lvl7pPr>
      <a:lvl8pPr marL="8401050" indent="-781050" algn="l" defTabSz="3124200" rtl="0" fontAlgn="base">
        <a:spcBef>
          <a:spcPct val="20000"/>
        </a:spcBef>
        <a:spcAft>
          <a:spcPct val="0"/>
        </a:spcAft>
        <a:buChar char="»"/>
        <a:defRPr sz="6800">
          <a:solidFill>
            <a:schemeClr val="tx1"/>
          </a:solidFill>
          <a:latin typeface="+mn-lt"/>
          <a:ea typeface="+mn-ea"/>
        </a:defRPr>
      </a:lvl8pPr>
      <a:lvl9pPr marL="8858250" indent="-781050" algn="l" defTabSz="3124200" rtl="0" fontAlgn="base">
        <a:spcBef>
          <a:spcPct val="20000"/>
        </a:spcBef>
        <a:spcAft>
          <a:spcPct val="0"/>
        </a:spcAft>
        <a:buChar char="»"/>
        <a:defRPr sz="68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Line 3"/>
          <p:cNvSpPr>
            <a:spLocks noChangeShapeType="1"/>
          </p:cNvSpPr>
          <p:nvPr/>
        </p:nvSpPr>
        <p:spPr bwMode="auto">
          <a:xfrm>
            <a:off x="400471" y="4713377"/>
            <a:ext cx="21788437" cy="0"/>
          </a:xfrm>
          <a:prstGeom prst="line">
            <a:avLst/>
          </a:prstGeom>
          <a:noFill/>
          <a:ln w="76200">
            <a:solidFill>
              <a:srgbClr val="4655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mj-lt"/>
              <a:ea typeface="ＭＳ Ｐゴシック" charset="0"/>
            </a:endParaRPr>
          </a:p>
        </p:txBody>
      </p:sp>
      <p:sp>
        <p:nvSpPr>
          <p:cNvPr id="16391" name="Rectangle 7"/>
          <p:cNvSpPr>
            <a:spLocks noChangeArrowheads="1"/>
          </p:cNvSpPr>
          <p:nvPr/>
        </p:nvSpPr>
        <p:spPr bwMode="auto">
          <a:xfrm>
            <a:off x="400471" y="10244074"/>
            <a:ext cx="1193666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defRPr/>
            </a:pPr>
            <a:r>
              <a:rPr lang="en-GB" sz="4000" b="1" dirty="0">
                <a:solidFill>
                  <a:srgbClr val="46555F"/>
                </a:solidFill>
                <a:latin typeface="+mj-lt"/>
                <a:ea typeface="ＭＳ Ｐゴシック" charset="0"/>
                <a:cs typeface="ＭＳ Ｐゴシック" charset="0"/>
              </a:rPr>
              <a:t>Methodology:</a:t>
            </a:r>
          </a:p>
        </p:txBody>
      </p:sp>
      <p:sp>
        <p:nvSpPr>
          <p:cNvPr id="16392" name="Rectangle 8"/>
          <p:cNvSpPr>
            <a:spLocks noChangeArrowheads="1"/>
          </p:cNvSpPr>
          <p:nvPr/>
        </p:nvSpPr>
        <p:spPr bwMode="auto">
          <a:xfrm>
            <a:off x="204548" y="16000425"/>
            <a:ext cx="11315700"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GB" sz="4000" b="1" dirty="0">
                <a:solidFill>
                  <a:srgbClr val="46555F"/>
                </a:solidFill>
                <a:latin typeface="+mj-lt"/>
                <a:ea typeface="ＭＳ Ｐゴシック" charset="0"/>
                <a:cs typeface="Arial" charset="0"/>
              </a:rPr>
              <a:t>Results &amp; Discussion:</a:t>
            </a:r>
            <a:endParaRPr lang="en-GB" sz="4000" b="1" dirty="0">
              <a:solidFill>
                <a:srgbClr val="46555F"/>
              </a:solidFill>
              <a:latin typeface="+mj-lt"/>
              <a:ea typeface="ＭＳ Ｐゴシック" charset="0"/>
              <a:cs typeface="ＭＳ Ｐゴシック" charset="0"/>
            </a:endParaRPr>
          </a:p>
        </p:txBody>
      </p:sp>
      <p:sp>
        <p:nvSpPr>
          <p:cNvPr id="16394" name="Rectangle 10"/>
          <p:cNvSpPr>
            <a:spLocks noChangeArrowheads="1"/>
          </p:cNvSpPr>
          <p:nvPr/>
        </p:nvSpPr>
        <p:spPr bwMode="auto">
          <a:xfrm>
            <a:off x="279351" y="5751389"/>
            <a:ext cx="12268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GB" sz="4000" b="1" dirty="0">
                <a:solidFill>
                  <a:srgbClr val="46555F"/>
                </a:solidFill>
                <a:latin typeface="+mj-lt"/>
                <a:ea typeface="ＭＳ Ｐゴシック" charset="0"/>
                <a:cs typeface="Arial" panose="020B0604020202020204" pitchFamily="34" charset="0"/>
              </a:rPr>
              <a:t>Motivation and Objectives:</a:t>
            </a:r>
          </a:p>
        </p:txBody>
      </p:sp>
      <p:sp>
        <p:nvSpPr>
          <p:cNvPr id="16399" name="Rectangle 15"/>
          <p:cNvSpPr>
            <a:spLocks noChangeArrowheads="1"/>
          </p:cNvSpPr>
          <p:nvPr/>
        </p:nvSpPr>
        <p:spPr bwMode="auto">
          <a:xfrm>
            <a:off x="207868" y="23990072"/>
            <a:ext cx="12725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pt-PT" sz="3600" b="1" dirty="0">
                <a:solidFill>
                  <a:srgbClr val="46555F"/>
                </a:solidFill>
                <a:latin typeface="+mj-lt"/>
                <a:ea typeface="ＭＳ Ｐゴシック" charset="0"/>
                <a:cs typeface="Arial" charset="0"/>
              </a:rPr>
              <a:t> </a:t>
            </a:r>
            <a:r>
              <a:rPr lang="pt-PT" sz="4000" b="1" dirty="0">
                <a:solidFill>
                  <a:srgbClr val="46555F"/>
                </a:solidFill>
                <a:latin typeface="+mj-lt"/>
                <a:ea typeface="ＭＳ Ｐゴシック" charset="0"/>
                <a:cs typeface="Arial" charset="0"/>
              </a:rPr>
              <a:t>Remarks</a:t>
            </a:r>
            <a:r>
              <a:rPr lang="pt-PT" sz="3600" b="1" dirty="0">
                <a:solidFill>
                  <a:srgbClr val="46555F"/>
                </a:solidFill>
                <a:latin typeface="+mj-lt"/>
                <a:ea typeface="ＭＳ Ｐゴシック" charset="0"/>
                <a:cs typeface="Arial" charset="0"/>
              </a:rPr>
              <a:t>: </a:t>
            </a:r>
            <a:r>
              <a:rPr lang="en-GB" sz="3600" b="1" dirty="0">
                <a:solidFill>
                  <a:srgbClr val="46555F"/>
                </a:solidFill>
                <a:latin typeface="+mj-lt"/>
                <a:ea typeface="ＭＳ Ｐゴシック" charset="0"/>
              </a:rPr>
              <a:t> </a:t>
            </a:r>
          </a:p>
        </p:txBody>
      </p:sp>
      <p:sp>
        <p:nvSpPr>
          <p:cNvPr id="16405" name="Rectangle 21"/>
          <p:cNvSpPr>
            <a:spLocks noChangeArrowheads="1"/>
          </p:cNvSpPr>
          <p:nvPr/>
        </p:nvSpPr>
        <p:spPr bwMode="auto">
          <a:xfrm>
            <a:off x="15415973" y="31028067"/>
            <a:ext cx="6400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defRPr/>
            </a:pPr>
            <a:r>
              <a:rPr lang="pt-PT" sz="4000" dirty="0">
                <a:solidFill>
                  <a:srgbClr val="46555F"/>
                </a:solidFill>
                <a:latin typeface="+mj-lt"/>
                <a:ea typeface="ＭＳ Ｐゴシック" charset="0"/>
              </a:rPr>
              <a:t>2025</a:t>
            </a:r>
            <a:endParaRPr lang="en-GB" sz="4000" dirty="0">
              <a:solidFill>
                <a:srgbClr val="46555F"/>
              </a:solidFill>
              <a:latin typeface="+mj-lt"/>
              <a:ea typeface="ＭＳ Ｐゴシック" charset="0"/>
            </a:endParaRPr>
          </a:p>
        </p:txBody>
      </p:sp>
      <p:sp>
        <p:nvSpPr>
          <p:cNvPr id="27" name="Line 3"/>
          <p:cNvSpPr>
            <a:spLocks noChangeShapeType="1"/>
          </p:cNvSpPr>
          <p:nvPr/>
        </p:nvSpPr>
        <p:spPr bwMode="auto">
          <a:xfrm>
            <a:off x="330820" y="28213050"/>
            <a:ext cx="21788438" cy="0"/>
          </a:xfrm>
          <a:prstGeom prst="line">
            <a:avLst/>
          </a:prstGeom>
          <a:noFill/>
          <a:ln w="76200">
            <a:solidFill>
              <a:srgbClr val="4655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mj-lt"/>
              <a:ea typeface="ＭＳ Ｐゴシック" charset="0"/>
            </a:endParaRPr>
          </a:p>
        </p:txBody>
      </p:sp>
      <p:sp>
        <p:nvSpPr>
          <p:cNvPr id="29" name="Rectangle 15"/>
          <p:cNvSpPr>
            <a:spLocks noChangeArrowheads="1"/>
          </p:cNvSpPr>
          <p:nvPr/>
        </p:nvSpPr>
        <p:spPr bwMode="auto">
          <a:xfrm>
            <a:off x="287338" y="31028067"/>
            <a:ext cx="127254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GB" sz="3600" b="1" dirty="0">
                <a:solidFill>
                  <a:srgbClr val="46555F"/>
                </a:solidFill>
                <a:latin typeface="+mj-lt"/>
                <a:ea typeface="ＭＳ Ｐゴシック" charset="0"/>
                <a:cs typeface="Arial" charset="0"/>
              </a:rPr>
              <a:t>Guide  </a:t>
            </a:r>
            <a:r>
              <a:rPr lang="pt-PT" sz="3600" b="1" dirty="0">
                <a:solidFill>
                  <a:srgbClr val="46555F"/>
                </a:solidFill>
                <a:latin typeface="+mj-lt"/>
                <a:ea typeface="ＭＳ Ｐゴシック" charset="0"/>
                <a:cs typeface="Arial" charset="0"/>
              </a:rPr>
              <a:t>|</a:t>
            </a:r>
            <a:r>
              <a:rPr lang="en-GB" sz="3600" b="1" dirty="0">
                <a:solidFill>
                  <a:srgbClr val="46555F"/>
                </a:solidFill>
                <a:latin typeface="+mj-lt"/>
                <a:ea typeface="ＭＳ Ｐゴシック" charset="0"/>
              </a:rPr>
              <a:t> </a:t>
            </a:r>
          </a:p>
        </p:txBody>
      </p:sp>
      <p:sp>
        <p:nvSpPr>
          <p:cNvPr id="2074" name="TextBox 228"/>
          <p:cNvSpPr txBox="1">
            <a:spLocks noChangeArrowheads="1"/>
          </p:cNvSpPr>
          <p:nvPr/>
        </p:nvSpPr>
        <p:spPr bwMode="auto">
          <a:xfrm>
            <a:off x="2458889" y="31001471"/>
            <a:ext cx="11311742" cy="763094"/>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9263" indent="-449263"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lnSpc>
                <a:spcPct val="120000"/>
              </a:lnSpc>
            </a:pPr>
            <a:r>
              <a:rPr lang="en-GB" sz="4000" dirty="0">
                <a:solidFill>
                  <a:srgbClr val="46555F"/>
                </a:solidFill>
                <a:latin typeface="+mj-lt"/>
                <a:cs typeface="Arial" panose="020B0604020202020204" pitchFamily="34" charset="0"/>
              </a:rPr>
              <a:t>Guide Name     Dr. Arati S. Shahapurkar</a:t>
            </a:r>
          </a:p>
        </p:txBody>
      </p:sp>
      <p:sp>
        <p:nvSpPr>
          <p:cNvPr id="64" name="Text Box 2"/>
          <p:cNvSpPr txBox="1">
            <a:spLocks noChangeArrowheads="1"/>
          </p:cNvSpPr>
          <p:nvPr/>
        </p:nvSpPr>
        <p:spPr bwMode="auto">
          <a:xfrm>
            <a:off x="237202" y="4778788"/>
            <a:ext cx="2188205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GB"/>
            </a:defPPr>
            <a:lvl1pPr>
              <a:defRPr sz="3600" b="1">
                <a:solidFill>
                  <a:srgbClr val="46555F"/>
                </a:solidFill>
                <a:latin typeface="Arial" charset="0"/>
                <a:ea typeface="ＭＳ Ｐゴシック" charset="0"/>
                <a:cs typeface="Arial" charset="0"/>
              </a:defRPr>
            </a:lvl1pPr>
          </a:lstStyle>
          <a:p>
            <a:r>
              <a:rPr lang="pt-PT" sz="4400" dirty="0">
                <a:latin typeface="+mj-lt"/>
              </a:rPr>
              <a:t>Project Title: </a:t>
            </a:r>
            <a:r>
              <a:rPr lang="en-US" sz="4400" dirty="0">
                <a:latin typeface="+mj-lt"/>
              </a:rPr>
              <a:t>A robotic arm solution for smarter waste management</a:t>
            </a:r>
          </a:p>
          <a:p>
            <a:endParaRPr lang="en-GB" sz="4000" dirty="0">
              <a:latin typeface="+mj-lt"/>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4599" t="13026" r="12049" b="2949"/>
          <a:stretch/>
        </p:blipFill>
        <p:spPr>
          <a:xfrm>
            <a:off x="196172" y="88082"/>
            <a:ext cx="3528392" cy="338437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08588" y="381000"/>
            <a:ext cx="3089486" cy="3089486"/>
          </a:xfrm>
          <a:prstGeom prst="rect">
            <a:avLst/>
          </a:prstGeom>
        </p:spPr>
      </p:pic>
      <p:sp>
        <p:nvSpPr>
          <p:cNvPr id="6" name="Rectangle 5"/>
          <p:cNvSpPr/>
          <p:nvPr/>
        </p:nvSpPr>
        <p:spPr>
          <a:xfrm>
            <a:off x="2057847" y="344656"/>
            <a:ext cx="18924802" cy="4370427"/>
          </a:xfrm>
          <a:prstGeom prst="rect">
            <a:avLst/>
          </a:prstGeom>
        </p:spPr>
        <p:txBody>
          <a:bodyPr wrap="square">
            <a:spAutoFit/>
          </a:bodyPr>
          <a:lstStyle/>
          <a:p>
            <a:pPr algn="ctr">
              <a:spcBef>
                <a:spcPts val="1200"/>
              </a:spcBef>
              <a:defRPr/>
            </a:pPr>
            <a:r>
              <a:rPr lang="en-US" sz="4800" dirty="0">
                <a:solidFill>
                  <a:srgbClr val="46555F"/>
                </a:solidFill>
                <a:latin typeface="+mj-lt"/>
                <a:ea typeface="ＭＳ Ｐゴシック" charset="0"/>
                <a:cs typeface="ＭＳ Ｐゴシック" charset="0"/>
              </a:rPr>
              <a:t>Karnatak Law Society’s </a:t>
            </a:r>
            <a:br>
              <a:rPr lang="en-US" sz="6000" dirty="0">
                <a:solidFill>
                  <a:srgbClr val="46555F"/>
                </a:solidFill>
                <a:latin typeface="+mj-lt"/>
                <a:ea typeface="ＭＳ Ｐゴシック" charset="0"/>
                <a:cs typeface="ＭＳ Ｐゴシック" charset="0"/>
              </a:rPr>
            </a:br>
            <a:r>
              <a:rPr lang="en-US" sz="5400" dirty="0">
                <a:solidFill>
                  <a:srgbClr val="46555F"/>
                </a:solidFill>
                <a:latin typeface="+mj-lt"/>
                <a:ea typeface="ＭＳ Ｐゴシック" charset="0"/>
                <a:cs typeface="ＭＳ Ｐゴシック" charset="0"/>
              </a:rPr>
              <a:t>GOGTE INSTITUTE OF TECHNOLOGY</a:t>
            </a:r>
            <a:br>
              <a:rPr lang="en-US" sz="6000" dirty="0">
                <a:solidFill>
                  <a:srgbClr val="46555F"/>
                </a:solidFill>
                <a:latin typeface="+mj-lt"/>
                <a:ea typeface="ＭＳ Ｐゴシック" charset="0"/>
                <a:cs typeface="ＭＳ Ｐゴシック" charset="0"/>
              </a:rPr>
            </a:br>
            <a:r>
              <a:rPr lang="en-US" sz="3600" dirty="0">
                <a:solidFill>
                  <a:srgbClr val="46555F"/>
                </a:solidFill>
                <a:latin typeface="+mj-lt"/>
                <a:ea typeface="ＭＳ Ｐゴシック" charset="0"/>
                <a:cs typeface="ＭＳ Ｐゴシック" charset="0"/>
              </a:rPr>
              <a:t>Belagavi</a:t>
            </a:r>
            <a:endParaRPr lang="en-US" sz="6000" dirty="0">
              <a:solidFill>
                <a:srgbClr val="46555F"/>
              </a:solidFill>
              <a:latin typeface="+mj-lt"/>
              <a:ea typeface="ＭＳ Ｐゴシック" charset="0"/>
              <a:cs typeface="ＭＳ Ｐゴシック" charset="0"/>
            </a:endParaRPr>
          </a:p>
          <a:p>
            <a:pPr algn="ctr">
              <a:spcBef>
                <a:spcPts val="1200"/>
              </a:spcBef>
              <a:defRPr/>
            </a:pPr>
            <a:r>
              <a:rPr lang="en-US" sz="6000" dirty="0">
                <a:solidFill>
                  <a:srgbClr val="46555F"/>
                </a:solidFill>
                <a:latin typeface="+mj-lt"/>
                <a:ea typeface="ＭＳ Ｐゴシック" charset="0"/>
                <a:cs typeface="ＭＳ Ｐゴシック" charset="0"/>
              </a:rPr>
              <a:t>Project Expo-2025</a:t>
            </a:r>
          </a:p>
          <a:p>
            <a:pPr algn="ctr">
              <a:spcBef>
                <a:spcPts val="1200"/>
              </a:spcBef>
              <a:defRPr/>
            </a:pPr>
            <a:r>
              <a:rPr lang="en-US" sz="6000" dirty="0">
                <a:solidFill>
                  <a:srgbClr val="46555F"/>
                </a:solidFill>
                <a:latin typeface="+mj-lt"/>
                <a:ea typeface="ＭＳ Ｐゴシック" charset="0"/>
                <a:cs typeface="ＭＳ Ｐゴシック" charset="0"/>
              </a:rPr>
              <a:t>  Department of Computer Science and Engineering</a:t>
            </a:r>
            <a:endParaRPr lang="en-IN" sz="6000" dirty="0">
              <a:solidFill>
                <a:srgbClr val="46555F"/>
              </a:solidFill>
              <a:latin typeface="+mj-lt"/>
              <a:ea typeface="ＭＳ Ｐゴシック" charset="0"/>
              <a:cs typeface="ＭＳ Ｐゴシック" charset="0"/>
            </a:endParaRPr>
          </a:p>
        </p:txBody>
      </p:sp>
      <p:sp>
        <p:nvSpPr>
          <p:cNvPr id="31" name="Rectangle 8"/>
          <p:cNvSpPr>
            <a:spLocks noChangeArrowheads="1"/>
          </p:cNvSpPr>
          <p:nvPr/>
        </p:nvSpPr>
        <p:spPr bwMode="auto">
          <a:xfrm>
            <a:off x="264478" y="20294921"/>
            <a:ext cx="11315700"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pt-PT" sz="4000" b="1" dirty="0">
                <a:solidFill>
                  <a:srgbClr val="46555F"/>
                </a:solidFill>
                <a:latin typeface="+mj-lt"/>
                <a:ea typeface="ＭＳ Ｐゴシック" charset="0"/>
                <a:cs typeface="Arial" charset="0"/>
              </a:rPr>
              <a:t>Conclusions</a:t>
            </a:r>
            <a:r>
              <a:rPr lang="pt-PT" sz="3600" b="1" dirty="0">
                <a:solidFill>
                  <a:srgbClr val="46555F"/>
                </a:solidFill>
                <a:latin typeface="+mj-lt"/>
                <a:ea typeface="ＭＳ Ｐゴシック" charset="0"/>
                <a:cs typeface="Arial" charset="0"/>
              </a:rPr>
              <a:t>:</a:t>
            </a:r>
            <a:endParaRPr lang="en-GB" sz="4000" b="1" dirty="0">
              <a:solidFill>
                <a:srgbClr val="46555F"/>
              </a:solidFill>
              <a:latin typeface="+mj-lt"/>
              <a:ea typeface="ＭＳ Ｐゴシック" charset="0"/>
              <a:cs typeface="ＭＳ Ｐゴシック" charset="0"/>
            </a:endParaRPr>
          </a:p>
        </p:txBody>
      </p:sp>
      <p:sp>
        <p:nvSpPr>
          <p:cNvPr id="7" name="Rectangle 6"/>
          <p:cNvSpPr/>
          <p:nvPr/>
        </p:nvSpPr>
        <p:spPr>
          <a:xfrm>
            <a:off x="264478" y="28469999"/>
            <a:ext cx="6379632" cy="707886"/>
          </a:xfrm>
          <a:prstGeom prst="rect">
            <a:avLst/>
          </a:prstGeom>
        </p:spPr>
        <p:txBody>
          <a:bodyPr wrap="none">
            <a:spAutoFit/>
          </a:bodyPr>
          <a:lstStyle/>
          <a:p>
            <a:r>
              <a:rPr lang="pt-PT" sz="3600" b="1" dirty="0">
                <a:solidFill>
                  <a:srgbClr val="46555F"/>
                </a:solidFill>
                <a:latin typeface="+mj-lt"/>
                <a:ea typeface="ＭＳ Ｐゴシック" charset="0"/>
                <a:cs typeface="Arial" charset="0"/>
              </a:rPr>
              <a:t>Project Group </a:t>
            </a:r>
            <a:r>
              <a:rPr lang="pt-PT" sz="4000" dirty="0">
                <a:solidFill>
                  <a:srgbClr val="46555F"/>
                </a:solidFill>
                <a:latin typeface="+mj-lt"/>
                <a:cs typeface="Arial" pitchFamily="34" charset="0"/>
              </a:rPr>
              <a:t>|</a:t>
            </a:r>
            <a:r>
              <a:rPr lang="pt-PT" sz="4000" dirty="0">
                <a:solidFill>
                  <a:srgbClr val="46555F"/>
                </a:solidFill>
                <a:latin typeface="+mj-lt"/>
              </a:rPr>
              <a:t>  Batch no : 52 </a:t>
            </a:r>
            <a:endParaRPr lang="en-IN" sz="4000" dirty="0">
              <a:latin typeface="+mj-lt"/>
            </a:endParaRPr>
          </a:p>
        </p:txBody>
      </p:sp>
      <p:sp>
        <p:nvSpPr>
          <p:cNvPr id="35" name="Rectangle 34"/>
          <p:cNvSpPr/>
          <p:nvPr/>
        </p:nvSpPr>
        <p:spPr>
          <a:xfrm>
            <a:off x="13742271" y="6558604"/>
            <a:ext cx="8486540" cy="4804700"/>
          </a:xfrm>
          <a:prstGeom prst="rect">
            <a:avLst/>
          </a:prstGeom>
          <a:noFill/>
          <a:ln>
            <a:solidFill>
              <a:schemeClr val="tx1">
                <a:lumMod val="50000"/>
                <a:lumOff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mj-lt"/>
              <a:cs typeface="Arial" pitchFamily="34" charset="0"/>
            </a:endParaRPr>
          </a:p>
        </p:txBody>
      </p:sp>
      <p:sp>
        <p:nvSpPr>
          <p:cNvPr id="13" name="TextBox 12"/>
          <p:cNvSpPr txBox="1"/>
          <p:nvPr/>
        </p:nvSpPr>
        <p:spPr>
          <a:xfrm>
            <a:off x="15415973" y="7812138"/>
            <a:ext cx="5437358" cy="2308324"/>
          </a:xfrm>
          <a:prstGeom prst="rect">
            <a:avLst/>
          </a:prstGeom>
          <a:noFill/>
        </p:spPr>
        <p:txBody>
          <a:bodyPr wrap="square" rtlCol="0">
            <a:spAutoFit/>
          </a:bodyPr>
          <a:lstStyle/>
          <a:p>
            <a:pPr algn="ctr"/>
            <a:r>
              <a:rPr lang="en-US" sz="7200" dirty="0">
                <a:latin typeface="+mj-lt"/>
              </a:rPr>
              <a:t>Result Screenshot</a:t>
            </a:r>
          </a:p>
        </p:txBody>
      </p:sp>
      <p:sp>
        <p:nvSpPr>
          <p:cNvPr id="42" name="TextBox 41"/>
          <p:cNvSpPr txBox="1"/>
          <p:nvPr/>
        </p:nvSpPr>
        <p:spPr>
          <a:xfrm>
            <a:off x="15226959" y="17954690"/>
            <a:ext cx="5437358" cy="2308324"/>
          </a:xfrm>
          <a:prstGeom prst="rect">
            <a:avLst/>
          </a:prstGeom>
          <a:noFill/>
        </p:spPr>
        <p:txBody>
          <a:bodyPr wrap="square" rtlCol="0">
            <a:spAutoFit/>
          </a:bodyPr>
          <a:lstStyle/>
          <a:p>
            <a:pPr algn="ctr"/>
            <a:r>
              <a:rPr lang="en-US" sz="7200" dirty="0">
                <a:latin typeface="+mj-lt"/>
              </a:rPr>
              <a:t>Result Screenshot</a:t>
            </a:r>
          </a:p>
        </p:txBody>
      </p:sp>
      <p:sp>
        <p:nvSpPr>
          <p:cNvPr id="8" name="TextBox 7">
            <a:extLst>
              <a:ext uri="{FF2B5EF4-FFF2-40B4-BE49-F238E27FC236}">
                <a16:creationId xmlns:a16="http://schemas.microsoft.com/office/drawing/2014/main" id="{3A31BA87-6DDD-9239-9EB1-9E77302723F8}"/>
              </a:ext>
            </a:extLst>
          </p:cNvPr>
          <p:cNvSpPr txBox="1"/>
          <p:nvPr/>
        </p:nvSpPr>
        <p:spPr>
          <a:xfrm>
            <a:off x="371733" y="6450602"/>
            <a:ext cx="12663865" cy="2246769"/>
          </a:xfrm>
          <a:prstGeom prst="rect">
            <a:avLst/>
          </a:prstGeom>
          <a:noFill/>
        </p:spPr>
        <p:txBody>
          <a:bodyPr wrap="square" rtlCol="0">
            <a:spAutoFit/>
          </a:bodyPr>
          <a:lstStyle/>
          <a:p>
            <a:pPr algn="just"/>
            <a:r>
              <a:rPr lang="en-US" sz="2800" dirty="0">
                <a:solidFill>
                  <a:srgbClr val="000000"/>
                </a:solidFill>
                <a:latin typeface="+mj-lt"/>
                <a:ea typeface="Century Gothic Paneuropean"/>
                <a:cs typeface="Arial" panose="020B0604020202020204" pitchFamily="34" charset="0"/>
                <a:sym typeface="Century Gothic Paneuropean"/>
              </a:rPr>
              <a:t>Our Project Model is an intelligent waste segregation system that combines the power of machine learning and robotics to automate the classification and sorting of Waste. The project aims to address the inefficiencies in traditional waste handling by using an object detection model and a robotic arm to recognize and segregate waste materials such as paper, metal, and glass.</a:t>
            </a:r>
          </a:p>
        </p:txBody>
      </p:sp>
      <p:sp>
        <p:nvSpPr>
          <p:cNvPr id="9" name="TextBox 8">
            <a:extLst>
              <a:ext uri="{FF2B5EF4-FFF2-40B4-BE49-F238E27FC236}">
                <a16:creationId xmlns:a16="http://schemas.microsoft.com/office/drawing/2014/main" id="{1E297368-A2DA-51B0-B0D3-19CEE246762A}"/>
              </a:ext>
            </a:extLst>
          </p:cNvPr>
          <p:cNvSpPr txBox="1"/>
          <p:nvPr/>
        </p:nvSpPr>
        <p:spPr>
          <a:xfrm>
            <a:off x="351491" y="8625240"/>
            <a:ext cx="12504949" cy="1539845"/>
          </a:xfrm>
          <a:prstGeom prst="rect">
            <a:avLst/>
          </a:prstGeom>
          <a:noFill/>
        </p:spPr>
        <p:txBody>
          <a:bodyPr wrap="square" rtlCol="0">
            <a:spAutoFit/>
          </a:bodyPr>
          <a:lstStyle/>
          <a:p>
            <a:pPr algn="just">
              <a:lnSpc>
                <a:spcPts val="3937"/>
              </a:lnSpc>
            </a:pPr>
            <a:r>
              <a:rPr lang="en-US" sz="2800" b="1" dirty="0">
                <a:solidFill>
                  <a:srgbClr val="000000"/>
                </a:solidFill>
                <a:latin typeface="+mj-lt"/>
                <a:ea typeface="Century Gothic Paneuropean"/>
                <a:cs typeface="Arial" panose="020B0604020202020204" pitchFamily="34" charset="0"/>
                <a:sym typeface="Century Gothic Paneuropean"/>
              </a:rPr>
              <a:t>Objectives : </a:t>
            </a:r>
          </a:p>
          <a:p>
            <a:pPr marL="457200" indent="-457200" algn="just">
              <a:lnSpc>
                <a:spcPts val="3937"/>
              </a:lnSpc>
              <a:buFont typeface="Arial" panose="020B0604020202020204" pitchFamily="34" charset="0"/>
              <a:buChar char="•"/>
            </a:pPr>
            <a:r>
              <a:rPr lang="en-US" sz="2800" dirty="0">
                <a:solidFill>
                  <a:srgbClr val="000000"/>
                </a:solidFill>
                <a:latin typeface="+mj-lt"/>
                <a:ea typeface="Century Gothic Paneuropean"/>
                <a:cs typeface="Arial" panose="020B0604020202020204" pitchFamily="34" charset="0"/>
                <a:sym typeface="Century Gothic Paneuropean"/>
              </a:rPr>
              <a:t>To develop a real-time waste classification system using machine learning.</a:t>
            </a:r>
          </a:p>
          <a:p>
            <a:pPr marL="457200" indent="-457200" algn="just">
              <a:lnSpc>
                <a:spcPts val="3937"/>
              </a:lnSpc>
              <a:buFont typeface="Arial" panose="020B0604020202020204" pitchFamily="34" charset="0"/>
              <a:buChar char="•"/>
            </a:pPr>
            <a:r>
              <a:rPr lang="en-US" sz="2800" dirty="0">
                <a:solidFill>
                  <a:srgbClr val="000000"/>
                </a:solidFill>
                <a:latin typeface="+mj-lt"/>
                <a:ea typeface="Century Gothic Paneuropean"/>
                <a:cs typeface="Arial" panose="020B0604020202020204" pitchFamily="34" charset="0"/>
                <a:sym typeface="Century Gothic Paneuropean"/>
              </a:rPr>
              <a:t>To build a robotic arm capable of sorting waste based on the detected class.</a:t>
            </a:r>
          </a:p>
        </p:txBody>
      </p:sp>
      <p:sp>
        <p:nvSpPr>
          <p:cNvPr id="11" name="TextBox 10">
            <a:extLst>
              <a:ext uri="{FF2B5EF4-FFF2-40B4-BE49-F238E27FC236}">
                <a16:creationId xmlns:a16="http://schemas.microsoft.com/office/drawing/2014/main" id="{232835BF-19BC-AC4D-A63C-2492A5CE6A03}"/>
              </a:ext>
            </a:extLst>
          </p:cNvPr>
          <p:cNvSpPr txBox="1"/>
          <p:nvPr/>
        </p:nvSpPr>
        <p:spPr>
          <a:xfrm>
            <a:off x="234271" y="29411665"/>
            <a:ext cx="21582501" cy="1200329"/>
          </a:xfrm>
          <a:prstGeom prst="rect">
            <a:avLst/>
          </a:prstGeom>
          <a:noFill/>
        </p:spPr>
        <p:txBody>
          <a:bodyPr wrap="square">
            <a:spAutoFit/>
          </a:bodyPr>
          <a:lstStyle/>
          <a:p>
            <a:r>
              <a:rPr lang="pt-PT" sz="3600" b="1" dirty="0">
                <a:solidFill>
                  <a:srgbClr val="46555F"/>
                </a:solidFill>
                <a:latin typeface="+mj-lt"/>
                <a:ea typeface="ＭＳ Ｐゴシック" charset="0"/>
                <a:cs typeface="Arial" charset="0"/>
              </a:rPr>
              <a:t>Students</a:t>
            </a:r>
            <a:r>
              <a:rPr lang="pt-PT" sz="3600" dirty="0">
                <a:solidFill>
                  <a:srgbClr val="46555F"/>
                </a:solidFill>
                <a:latin typeface="+mj-lt"/>
                <a:cs typeface="Arial" pitchFamily="34" charset="0"/>
              </a:rPr>
              <a:t>|</a:t>
            </a:r>
            <a:r>
              <a:rPr lang="pt-PT" sz="3600" dirty="0">
                <a:solidFill>
                  <a:srgbClr val="46555F"/>
                </a:solidFill>
                <a:latin typeface="+mj-lt"/>
              </a:rPr>
              <a:t>   Abhishek Kudari            2GI22CS003      			Bhanu Kamble  2GI22CS038</a:t>
            </a:r>
          </a:p>
          <a:p>
            <a:r>
              <a:rPr lang="pt-PT" sz="3600" dirty="0">
                <a:solidFill>
                  <a:srgbClr val="46555F"/>
                </a:solidFill>
                <a:latin typeface="+mj-lt"/>
              </a:rPr>
              <a:t>		   Chandrakant Acharatti   2GI22CS043         		Chetan Ingali     2GI22CS045</a:t>
            </a:r>
            <a:endParaRPr lang="en-IN" sz="3600" dirty="0">
              <a:latin typeface="+mj-lt"/>
            </a:endParaRPr>
          </a:p>
        </p:txBody>
      </p:sp>
      <p:sp>
        <p:nvSpPr>
          <p:cNvPr id="12" name="TextBox 11">
            <a:extLst>
              <a:ext uri="{FF2B5EF4-FFF2-40B4-BE49-F238E27FC236}">
                <a16:creationId xmlns:a16="http://schemas.microsoft.com/office/drawing/2014/main" id="{D0704C6E-D958-E0AE-2166-7155E8ED2A9B}"/>
              </a:ext>
            </a:extLst>
          </p:cNvPr>
          <p:cNvSpPr txBox="1"/>
          <p:nvPr/>
        </p:nvSpPr>
        <p:spPr>
          <a:xfrm>
            <a:off x="400471" y="20936117"/>
            <a:ext cx="12635127" cy="3108543"/>
          </a:xfrm>
          <a:prstGeom prst="rect">
            <a:avLst/>
          </a:prstGeom>
          <a:noFill/>
        </p:spPr>
        <p:txBody>
          <a:bodyPr wrap="square" rtlCol="0">
            <a:spAutoFit/>
          </a:bodyPr>
          <a:lstStyle/>
          <a:p>
            <a:pPr algn="just"/>
            <a:r>
              <a:rPr lang="en-US" sz="2800" dirty="0"/>
              <a:t>The project successfully integrates real-time waste image acquisition, accurate machine learning based waste classification, and automated robotic arm control to create a fully functional smart waste segregation system. The solution operates efficiently and reliably, ensuring precise detection, picking, and sorting of waste materials. Overall, the system demonstrates strong potential for scalable deployment in modern smart waste management environments, contributing to cleaner, more sustainable, and automated waste-handling processes.</a:t>
            </a:r>
            <a:endParaRPr lang="en-IN" sz="2800" dirty="0"/>
          </a:p>
        </p:txBody>
      </p:sp>
      <p:sp>
        <p:nvSpPr>
          <p:cNvPr id="14" name="TextBox 13">
            <a:extLst>
              <a:ext uri="{FF2B5EF4-FFF2-40B4-BE49-F238E27FC236}">
                <a16:creationId xmlns:a16="http://schemas.microsoft.com/office/drawing/2014/main" id="{97EDD68B-CF26-9DA1-EBE7-85BF94AE3ECB}"/>
              </a:ext>
            </a:extLst>
          </p:cNvPr>
          <p:cNvSpPr txBox="1"/>
          <p:nvPr/>
        </p:nvSpPr>
        <p:spPr>
          <a:xfrm>
            <a:off x="371733" y="24605493"/>
            <a:ext cx="12663865" cy="3108543"/>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Demonstrates the effective use of machine learning and automation in waste management.</a:t>
            </a:r>
          </a:p>
          <a:p>
            <a:pPr marL="342900" indent="-342900" algn="just">
              <a:buFont typeface="Arial" panose="020B0604020202020204" pitchFamily="34" charset="0"/>
              <a:buChar char="•"/>
            </a:pPr>
            <a:r>
              <a:rPr lang="en-US" sz="2800" dirty="0"/>
              <a:t>Highlights the system’s potential to support cleaner and more sustainable environments.</a:t>
            </a:r>
          </a:p>
          <a:p>
            <a:pPr marL="342900" indent="-342900" algn="just">
              <a:buFont typeface="Arial" panose="020B0604020202020204" pitchFamily="34" charset="0"/>
              <a:buChar char="•"/>
            </a:pPr>
            <a:r>
              <a:rPr lang="en-US" sz="2800" dirty="0"/>
              <a:t>Shows how intelligent technologies can improve real-world waste segregation processes.</a:t>
            </a:r>
          </a:p>
          <a:p>
            <a:pPr marL="342900" indent="-342900" algn="just">
              <a:buFont typeface="Arial" panose="020B0604020202020204" pitchFamily="34" charset="0"/>
              <a:buChar char="•"/>
            </a:pPr>
            <a:r>
              <a:rPr lang="en-US" sz="2800" dirty="0"/>
              <a:t>Represents a meaningful step toward smart and eco-friendly community solutions.</a:t>
            </a:r>
            <a:endParaRPr lang="en-IN" sz="2800" dirty="0"/>
          </a:p>
        </p:txBody>
      </p:sp>
      <p:sp>
        <p:nvSpPr>
          <p:cNvPr id="21" name="TextBox 20">
            <a:extLst>
              <a:ext uri="{FF2B5EF4-FFF2-40B4-BE49-F238E27FC236}">
                <a16:creationId xmlns:a16="http://schemas.microsoft.com/office/drawing/2014/main" id="{13E983B7-F65C-2A9D-177D-E72F5517BF15}"/>
              </a:ext>
            </a:extLst>
          </p:cNvPr>
          <p:cNvSpPr txBox="1"/>
          <p:nvPr/>
        </p:nvSpPr>
        <p:spPr>
          <a:xfrm>
            <a:off x="425025" y="10799508"/>
            <a:ext cx="12504949" cy="5262979"/>
          </a:xfrm>
          <a:prstGeom prst="rect">
            <a:avLst/>
          </a:prstGeom>
          <a:noFill/>
        </p:spPr>
        <p:txBody>
          <a:bodyPr wrap="square" rtlCol="0">
            <a:spAutoFit/>
          </a:bodyPr>
          <a:lstStyle/>
          <a:p>
            <a:pPr marL="342900" indent="-342900" algn="just">
              <a:buFont typeface="Arial" panose="020B0604020202020204" pitchFamily="34" charset="0"/>
              <a:buChar char="•"/>
            </a:pPr>
            <a:r>
              <a:rPr lang="en-US" sz="2800" b="1" dirty="0"/>
              <a:t>Image Acquisition Module:</a:t>
            </a:r>
          </a:p>
          <a:p>
            <a:pPr lvl="1" algn="just"/>
            <a:r>
              <a:rPr lang="en-US" sz="2800" dirty="0"/>
              <a:t>Real-time waste image capture implemented using a Raspberry Pi Camera for continuous input to the classification pipeline.</a:t>
            </a:r>
          </a:p>
          <a:p>
            <a:pPr marL="342900" indent="-342900" algn="just">
              <a:buFont typeface="Arial" panose="020B0604020202020204" pitchFamily="34" charset="0"/>
              <a:buChar char="•"/>
            </a:pPr>
            <a:r>
              <a:rPr lang="en-US" sz="2800" b="1" dirty="0"/>
              <a:t>Waste Classification Module:</a:t>
            </a:r>
          </a:p>
          <a:p>
            <a:pPr lvl="1" algn="just"/>
            <a:r>
              <a:rPr lang="en-US" sz="2800" dirty="0"/>
              <a:t>YOLOv8n-based model deployed to detect and classify waste categories with high accuracy and low latency.</a:t>
            </a:r>
          </a:p>
          <a:p>
            <a:pPr marL="342900" indent="-342900" algn="just">
              <a:buFont typeface="Arial" panose="020B0604020202020204" pitchFamily="34" charset="0"/>
              <a:buChar char="•"/>
            </a:pPr>
            <a:r>
              <a:rPr lang="en-US" sz="2800" b="1" dirty="0"/>
              <a:t>Hardware Interface Layer:</a:t>
            </a:r>
          </a:p>
          <a:p>
            <a:pPr lvl="1" algn="just"/>
            <a:r>
              <a:rPr lang="en-US" sz="2800" dirty="0"/>
              <a:t>Robotic arm integrated with a 16-bit PCA9685 PWM driver to enable precise servo actuation and synchronized mechanical movement.</a:t>
            </a:r>
          </a:p>
          <a:p>
            <a:pPr marL="342900" indent="-342900" algn="just">
              <a:buFont typeface="Arial" panose="020B0604020202020204" pitchFamily="34" charset="0"/>
              <a:buChar char="•"/>
            </a:pPr>
            <a:r>
              <a:rPr lang="en-US" sz="2800" b="1" dirty="0"/>
              <a:t>Robotic Arm Control Module</a:t>
            </a:r>
            <a:r>
              <a:rPr lang="en-US" sz="2800" dirty="0"/>
              <a:t>:</a:t>
            </a:r>
          </a:p>
          <a:p>
            <a:pPr lvl="1" algn="just"/>
            <a:r>
              <a:rPr lang="en-US" sz="2800" dirty="0"/>
              <a:t>Automated pick-and-place mechanism programmed to physically segregate detected waste items based on model output.</a:t>
            </a:r>
            <a:endParaRPr lang="en-IN" sz="2800" dirty="0"/>
          </a:p>
        </p:txBody>
      </p:sp>
      <p:sp>
        <p:nvSpPr>
          <p:cNvPr id="22" name="TextBox 21">
            <a:extLst>
              <a:ext uri="{FF2B5EF4-FFF2-40B4-BE49-F238E27FC236}">
                <a16:creationId xmlns:a16="http://schemas.microsoft.com/office/drawing/2014/main" id="{2B1326C2-5124-DFD7-DB69-B51B1B78EB22}"/>
              </a:ext>
            </a:extLst>
          </p:cNvPr>
          <p:cNvSpPr txBox="1"/>
          <p:nvPr/>
        </p:nvSpPr>
        <p:spPr>
          <a:xfrm>
            <a:off x="402967" y="16646756"/>
            <a:ext cx="12527007" cy="3539430"/>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Successfully implemented a real-time image acquisition module for continuous waste monitoring.</a:t>
            </a:r>
          </a:p>
          <a:p>
            <a:pPr marL="342900" indent="-342900" algn="just">
              <a:buFont typeface="Arial" panose="020B0604020202020204" pitchFamily="34" charset="0"/>
              <a:buChar char="•"/>
            </a:pPr>
            <a:r>
              <a:rPr lang="en-US" sz="2800" dirty="0"/>
              <a:t>Achieved high-accuracy waste recognition and classification using machine learning techniques.</a:t>
            </a:r>
          </a:p>
          <a:p>
            <a:pPr marL="342900" indent="-342900" algn="just">
              <a:buFont typeface="Arial" panose="020B0604020202020204" pitchFamily="34" charset="0"/>
              <a:buChar char="•"/>
            </a:pPr>
            <a:r>
              <a:rPr lang="en-US" sz="2800" dirty="0"/>
              <a:t>Implemented automated robotic arm control for precise waste picking and sorting operations.</a:t>
            </a:r>
          </a:p>
          <a:p>
            <a:pPr marL="342900" indent="-342900" algn="just">
              <a:buFont typeface="Arial" panose="020B0604020202020204" pitchFamily="34" charset="0"/>
              <a:buChar char="•"/>
            </a:pPr>
            <a:r>
              <a:rPr lang="en-US" sz="2800" dirty="0"/>
              <a:t>Developed a fully integrated automated waste segregation system that is efficient, reliable, and suitable for smart waste management applications.</a:t>
            </a:r>
            <a:endParaRPr lang="en-IN" sz="2800" dirty="0"/>
          </a:p>
        </p:txBody>
      </p:sp>
      <p:pic>
        <p:nvPicPr>
          <p:cNvPr id="28" name="Picture 27">
            <a:extLst>
              <a:ext uri="{FF2B5EF4-FFF2-40B4-BE49-F238E27FC236}">
                <a16:creationId xmlns:a16="http://schemas.microsoft.com/office/drawing/2014/main" id="{616BCA6B-FACD-1353-8343-579E5E316173}"/>
              </a:ext>
            </a:extLst>
          </p:cNvPr>
          <p:cNvPicPr>
            <a:picLocks noChangeAspect="1"/>
          </p:cNvPicPr>
          <p:nvPr/>
        </p:nvPicPr>
        <p:blipFill>
          <a:blip r:embed="rId5"/>
          <a:srcRect t="19842" b="478"/>
          <a:stretch>
            <a:fillRect/>
          </a:stretch>
        </p:blipFill>
        <p:spPr>
          <a:xfrm>
            <a:off x="13762044" y="5596572"/>
            <a:ext cx="8486540" cy="5850061"/>
          </a:xfrm>
          <a:prstGeom prst="rect">
            <a:avLst/>
          </a:prstGeom>
        </p:spPr>
      </p:pic>
      <p:pic>
        <p:nvPicPr>
          <p:cNvPr id="34" name="Picture 33">
            <a:extLst>
              <a:ext uri="{FF2B5EF4-FFF2-40B4-BE49-F238E27FC236}">
                <a16:creationId xmlns:a16="http://schemas.microsoft.com/office/drawing/2014/main" id="{F8268743-4A18-0876-D16E-7772A8E1A0CF}"/>
              </a:ext>
            </a:extLst>
          </p:cNvPr>
          <p:cNvPicPr>
            <a:picLocks noChangeAspect="1"/>
          </p:cNvPicPr>
          <p:nvPr/>
        </p:nvPicPr>
        <p:blipFill>
          <a:blip r:embed="rId6"/>
          <a:srcRect t="17086"/>
          <a:stretch>
            <a:fillRect/>
          </a:stretch>
        </p:blipFill>
        <p:spPr>
          <a:xfrm>
            <a:off x="13742272" y="11534273"/>
            <a:ext cx="8514900" cy="5116815"/>
          </a:xfrm>
          <a:prstGeom prst="rect">
            <a:avLst/>
          </a:prstGeom>
        </p:spPr>
      </p:pic>
      <p:pic>
        <p:nvPicPr>
          <p:cNvPr id="44" name="Picture 43">
            <a:extLst>
              <a:ext uri="{FF2B5EF4-FFF2-40B4-BE49-F238E27FC236}">
                <a16:creationId xmlns:a16="http://schemas.microsoft.com/office/drawing/2014/main" id="{76D54EC2-9948-42D9-3B93-F1DFB5C611E1}"/>
              </a:ext>
            </a:extLst>
          </p:cNvPr>
          <p:cNvPicPr>
            <a:picLocks noChangeAspect="1"/>
          </p:cNvPicPr>
          <p:nvPr/>
        </p:nvPicPr>
        <p:blipFill>
          <a:blip r:embed="rId7"/>
          <a:srcRect t="1963" b="5901"/>
          <a:stretch>
            <a:fillRect/>
          </a:stretch>
        </p:blipFill>
        <p:spPr>
          <a:xfrm>
            <a:off x="13742271" y="16740193"/>
            <a:ext cx="8486540" cy="6483391"/>
          </a:xfrm>
          <a:prstGeom prst="rect">
            <a:avLst/>
          </a:prstGeom>
        </p:spPr>
      </p:pic>
      <p:pic>
        <p:nvPicPr>
          <p:cNvPr id="46" name="Picture 45">
            <a:extLst>
              <a:ext uri="{FF2B5EF4-FFF2-40B4-BE49-F238E27FC236}">
                <a16:creationId xmlns:a16="http://schemas.microsoft.com/office/drawing/2014/main" id="{00286C66-777A-078A-3B60-5462827691A0}"/>
              </a:ext>
            </a:extLst>
          </p:cNvPr>
          <p:cNvPicPr>
            <a:picLocks noChangeAspect="1"/>
          </p:cNvPicPr>
          <p:nvPr/>
        </p:nvPicPr>
        <p:blipFill>
          <a:blip r:embed="rId8"/>
          <a:stretch>
            <a:fillRect/>
          </a:stretch>
        </p:blipFill>
        <p:spPr>
          <a:xfrm>
            <a:off x="13733684" y="23312688"/>
            <a:ext cx="8514900" cy="4601007"/>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1954</TotalTime>
  <Words>450</Words>
  <Application>Microsoft Office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Default Design</vt:lpstr>
      <vt:lpstr>PowerPoint Presentation</vt:lpstr>
    </vt:vector>
  </TitlesOfParts>
  <Company>Gatos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Vikas Gingine</dc:creator>
  <cp:lastModifiedBy>Chetan Ingali</cp:lastModifiedBy>
  <cp:revision>227</cp:revision>
  <cp:lastPrinted>2023-05-22T11:23:43Z</cp:lastPrinted>
  <dcterms:created xsi:type="dcterms:W3CDTF">2014-09-12T19:50:14Z</dcterms:created>
  <dcterms:modified xsi:type="dcterms:W3CDTF">2025-12-01T16:09:15Z</dcterms:modified>
</cp:coreProperties>
</file>